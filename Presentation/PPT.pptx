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3CEF4-CE32-44DA-90A0-D85974D354E8}" v="11" dt="2026-01-25T09:59:52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hik reddy" userId="5b44707a956db5ee" providerId="LiveId" clId="{7A28FE1B-C1BA-4B8F-BB66-BE7F16AAE55F}"/>
    <pc:docChg chg="undo custSel modSld">
      <pc:chgData name="koushik reddy" userId="5b44707a956db5ee" providerId="LiveId" clId="{7A28FE1B-C1BA-4B8F-BB66-BE7F16AAE55F}" dt="2026-02-06T13:34:55.666" v="216" actId="1076"/>
      <pc:docMkLst>
        <pc:docMk/>
      </pc:docMkLst>
      <pc:sldChg chg="modSp mod">
        <pc:chgData name="koushik reddy" userId="5b44707a956db5ee" providerId="LiveId" clId="{7A28FE1B-C1BA-4B8F-BB66-BE7F16AAE55F}" dt="2026-01-25T09:59:52.242" v="213" actId="27636"/>
        <pc:sldMkLst>
          <pc:docMk/>
          <pc:sldMk cId="2913783621" sldId="256"/>
        </pc:sldMkLst>
        <pc:spChg chg="mod">
          <ac:chgData name="koushik reddy" userId="5b44707a956db5ee" providerId="LiveId" clId="{7A28FE1B-C1BA-4B8F-BB66-BE7F16AAE55F}" dt="2026-01-25T09:59:52.242" v="213" actId="27636"/>
          <ac:spMkLst>
            <pc:docMk/>
            <pc:sldMk cId="2913783621" sldId="256"/>
            <ac:spMk id="3" creationId="{B22122BC-BB7A-38EA-2706-A227A98A1B39}"/>
          </ac:spMkLst>
        </pc:spChg>
      </pc:sldChg>
      <pc:sldChg chg="modSp mod">
        <pc:chgData name="koushik reddy" userId="5b44707a956db5ee" providerId="LiveId" clId="{7A28FE1B-C1BA-4B8F-BB66-BE7F16AAE55F}" dt="2026-01-25T09:58:25.055" v="194" actId="1076"/>
        <pc:sldMkLst>
          <pc:docMk/>
          <pc:sldMk cId="222668187" sldId="258"/>
        </pc:sldMkLst>
        <pc:spChg chg="mod">
          <ac:chgData name="koushik reddy" userId="5b44707a956db5ee" providerId="LiveId" clId="{7A28FE1B-C1BA-4B8F-BB66-BE7F16AAE55F}" dt="2026-01-16T14:42:01.462" v="0" actId="113"/>
          <ac:spMkLst>
            <pc:docMk/>
            <pc:sldMk cId="222668187" sldId="258"/>
            <ac:spMk id="2" creationId="{8225D424-68F7-7B88-0FD0-B7BD2ACFD5F1}"/>
          </ac:spMkLst>
        </pc:spChg>
        <pc:spChg chg="mod">
          <ac:chgData name="koushik reddy" userId="5b44707a956db5ee" providerId="LiveId" clId="{7A28FE1B-C1BA-4B8F-BB66-BE7F16AAE55F}" dt="2026-01-25T09:58:25.055" v="194" actId="1076"/>
          <ac:spMkLst>
            <pc:docMk/>
            <pc:sldMk cId="222668187" sldId="258"/>
            <ac:spMk id="3" creationId="{C649D4E3-C100-93E2-5527-A4458E6DBFAC}"/>
          </ac:spMkLst>
        </pc:spChg>
        <pc:spChg chg="mod">
          <ac:chgData name="koushik reddy" userId="5b44707a956db5ee" providerId="LiveId" clId="{7A28FE1B-C1BA-4B8F-BB66-BE7F16AAE55F}" dt="2026-01-25T09:58:24.581" v="193" actId="20577"/>
          <ac:spMkLst>
            <pc:docMk/>
            <pc:sldMk cId="222668187" sldId="258"/>
            <ac:spMk id="5" creationId="{5DD14329-8E14-6919-AFB0-3384C5226FA8}"/>
          </ac:spMkLst>
        </pc:spChg>
      </pc:sldChg>
      <pc:sldChg chg="modSp mod">
        <pc:chgData name="koushik reddy" userId="5b44707a956db5ee" providerId="LiveId" clId="{7A28FE1B-C1BA-4B8F-BB66-BE7F16AAE55F}" dt="2026-01-25T09:59:52.291" v="215" actId="27636"/>
        <pc:sldMkLst>
          <pc:docMk/>
          <pc:sldMk cId="2958475691" sldId="259"/>
        </pc:sldMkLst>
        <pc:spChg chg="mod">
          <ac:chgData name="koushik reddy" userId="5b44707a956db5ee" providerId="LiveId" clId="{7A28FE1B-C1BA-4B8F-BB66-BE7F16AAE55F}" dt="2026-01-25T09:59:52.289" v="214" actId="27636"/>
          <ac:spMkLst>
            <pc:docMk/>
            <pc:sldMk cId="2958475691" sldId="259"/>
            <ac:spMk id="2" creationId="{619CDD54-DCEA-3DDA-D2BD-55EAFEDA1C22}"/>
          </ac:spMkLst>
        </pc:spChg>
        <pc:spChg chg="mod">
          <ac:chgData name="koushik reddy" userId="5b44707a956db5ee" providerId="LiveId" clId="{7A28FE1B-C1BA-4B8F-BB66-BE7F16AAE55F}" dt="2026-01-25T09:59:52.291" v="215" actId="27636"/>
          <ac:spMkLst>
            <pc:docMk/>
            <pc:sldMk cId="2958475691" sldId="259"/>
            <ac:spMk id="3" creationId="{C10BA3A4-1774-50EE-064C-B803EDC267A9}"/>
          </ac:spMkLst>
        </pc:spChg>
      </pc:sldChg>
      <pc:sldChg chg="modSp mod">
        <pc:chgData name="koushik reddy" userId="5b44707a956db5ee" providerId="LiveId" clId="{7A28FE1B-C1BA-4B8F-BB66-BE7F16AAE55F}" dt="2026-01-25T09:59:26.776" v="211" actId="27636"/>
        <pc:sldMkLst>
          <pc:docMk/>
          <pc:sldMk cId="2434391015" sldId="260"/>
        </pc:sldMkLst>
        <pc:spChg chg="mod">
          <ac:chgData name="koushik reddy" userId="5b44707a956db5ee" providerId="LiveId" clId="{7A28FE1B-C1BA-4B8F-BB66-BE7F16AAE55F}" dt="2026-01-16T14:42:09.840" v="1" actId="113"/>
          <ac:spMkLst>
            <pc:docMk/>
            <pc:sldMk cId="2434391015" sldId="260"/>
            <ac:spMk id="2" creationId="{D4543374-097D-4DDF-45A2-23C211FB8EC7}"/>
          </ac:spMkLst>
        </pc:spChg>
        <pc:spChg chg="mod">
          <ac:chgData name="koushik reddy" userId="5b44707a956db5ee" providerId="LiveId" clId="{7A28FE1B-C1BA-4B8F-BB66-BE7F16AAE55F}" dt="2026-01-25T09:59:26.776" v="211" actId="27636"/>
          <ac:spMkLst>
            <pc:docMk/>
            <pc:sldMk cId="2434391015" sldId="260"/>
            <ac:spMk id="3" creationId="{F7C86883-1F98-EC83-4A19-8A5763D5340A}"/>
          </ac:spMkLst>
        </pc:spChg>
      </pc:sldChg>
      <pc:sldChg chg="modSp mod">
        <pc:chgData name="koushik reddy" userId="5b44707a956db5ee" providerId="LiveId" clId="{7A28FE1B-C1BA-4B8F-BB66-BE7F16AAE55F}" dt="2026-01-16T14:42:21.248" v="3" actId="1076"/>
        <pc:sldMkLst>
          <pc:docMk/>
          <pc:sldMk cId="2876917559" sldId="261"/>
        </pc:sldMkLst>
        <pc:spChg chg="mod">
          <ac:chgData name="koushik reddy" userId="5b44707a956db5ee" providerId="LiveId" clId="{7A28FE1B-C1BA-4B8F-BB66-BE7F16AAE55F}" dt="2026-01-16T14:42:16.690" v="2" actId="113"/>
          <ac:spMkLst>
            <pc:docMk/>
            <pc:sldMk cId="2876917559" sldId="261"/>
            <ac:spMk id="2" creationId="{2070E025-2242-6AFF-A3E4-C83FA600E4F4}"/>
          </ac:spMkLst>
        </pc:spChg>
        <pc:picChg chg="mod">
          <ac:chgData name="koushik reddy" userId="5b44707a956db5ee" providerId="LiveId" clId="{7A28FE1B-C1BA-4B8F-BB66-BE7F16AAE55F}" dt="2026-01-16T14:42:21.248" v="3" actId="1076"/>
          <ac:picMkLst>
            <pc:docMk/>
            <pc:sldMk cId="2876917559" sldId="261"/>
            <ac:picMk id="3079" creationId="{282C0DD2-649E-3FC4-9F13-42D8401B8109}"/>
          </ac:picMkLst>
        </pc:picChg>
      </pc:sldChg>
      <pc:sldChg chg="modSp mod">
        <pc:chgData name="koushik reddy" userId="5b44707a956db5ee" providerId="LiveId" clId="{7A28FE1B-C1BA-4B8F-BB66-BE7F16AAE55F}" dt="2026-01-16T14:42:27.070" v="4" actId="113"/>
        <pc:sldMkLst>
          <pc:docMk/>
          <pc:sldMk cId="54182274" sldId="262"/>
        </pc:sldMkLst>
        <pc:spChg chg="mod">
          <ac:chgData name="koushik reddy" userId="5b44707a956db5ee" providerId="LiveId" clId="{7A28FE1B-C1BA-4B8F-BB66-BE7F16AAE55F}" dt="2026-01-16T14:42:27.070" v="4" actId="113"/>
          <ac:spMkLst>
            <pc:docMk/>
            <pc:sldMk cId="54182274" sldId="262"/>
            <ac:spMk id="2" creationId="{59F8D4EA-377B-A064-5A57-547C03185852}"/>
          </ac:spMkLst>
        </pc:spChg>
      </pc:sldChg>
      <pc:sldChg chg="modSp mod">
        <pc:chgData name="koushik reddy" userId="5b44707a956db5ee" providerId="LiveId" clId="{7A28FE1B-C1BA-4B8F-BB66-BE7F16AAE55F}" dt="2026-01-16T14:42:32.276" v="5" actId="113"/>
        <pc:sldMkLst>
          <pc:docMk/>
          <pc:sldMk cId="253917021" sldId="263"/>
        </pc:sldMkLst>
        <pc:spChg chg="mod">
          <ac:chgData name="koushik reddy" userId="5b44707a956db5ee" providerId="LiveId" clId="{7A28FE1B-C1BA-4B8F-BB66-BE7F16AAE55F}" dt="2026-01-16T14:42:32.276" v="5" actId="113"/>
          <ac:spMkLst>
            <pc:docMk/>
            <pc:sldMk cId="253917021" sldId="263"/>
            <ac:spMk id="2" creationId="{67911601-29D5-8DFC-ACD8-7FD31220F871}"/>
          </ac:spMkLst>
        </pc:spChg>
      </pc:sldChg>
      <pc:sldChg chg="modSp mod">
        <pc:chgData name="koushik reddy" userId="5b44707a956db5ee" providerId="LiveId" clId="{7A28FE1B-C1BA-4B8F-BB66-BE7F16AAE55F}" dt="2026-01-16T14:42:39.445" v="6" actId="113"/>
        <pc:sldMkLst>
          <pc:docMk/>
          <pc:sldMk cId="4255183086" sldId="264"/>
        </pc:sldMkLst>
        <pc:spChg chg="mod">
          <ac:chgData name="koushik reddy" userId="5b44707a956db5ee" providerId="LiveId" clId="{7A28FE1B-C1BA-4B8F-BB66-BE7F16AAE55F}" dt="2026-01-16T14:42:39.445" v="6" actId="113"/>
          <ac:spMkLst>
            <pc:docMk/>
            <pc:sldMk cId="4255183086" sldId="264"/>
            <ac:spMk id="2" creationId="{A80BE1D2-D219-D400-B6A2-09188D2EB43A}"/>
          </ac:spMkLst>
        </pc:spChg>
      </pc:sldChg>
      <pc:sldChg chg="modSp mod">
        <pc:chgData name="koushik reddy" userId="5b44707a956db5ee" providerId="LiveId" clId="{7A28FE1B-C1BA-4B8F-BB66-BE7F16AAE55F}" dt="2026-01-16T14:42:46.553" v="7" actId="113"/>
        <pc:sldMkLst>
          <pc:docMk/>
          <pc:sldMk cId="2404658025" sldId="265"/>
        </pc:sldMkLst>
        <pc:spChg chg="mod">
          <ac:chgData name="koushik reddy" userId="5b44707a956db5ee" providerId="LiveId" clId="{7A28FE1B-C1BA-4B8F-BB66-BE7F16AAE55F}" dt="2026-01-16T14:42:46.553" v="7" actId="113"/>
          <ac:spMkLst>
            <pc:docMk/>
            <pc:sldMk cId="2404658025" sldId="265"/>
            <ac:spMk id="2" creationId="{20E6635C-6E01-63C1-94BF-09D7F82C9A81}"/>
          </ac:spMkLst>
        </pc:spChg>
      </pc:sldChg>
      <pc:sldChg chg="modSp mod">
        <pc:chgData name="koushik reddy" userId="5b44707a956db5ee" providerId="LiveId" clId="{7A28FE1B-C1BA-4B8F-BB66-BE7F16AAE55F}" dt="2026-01-16T14:48:11.324" v="27" actId="20577"/>
        <pc:sldMkLst>
          <pc:docMk/>
          <pc:sldMk cId="2624846887" sldId="266"/>
        </pc:sldMkLst>
        <pc:spChg chg="mod">
          <ac:chgData name="koushik reddy" userId="5b44707a956db5ee" providerId="LiveId" clId="{7A28FE1B-C1BA-4B8F-BB66-BE7F16AAE55F}" dt="2026-01-16T14:42:57.538" v="8" actId="113"/>
          <ac:spMkLst>
            <pc:docMk/>
            <pc:sldMk cId="2624846887" sldId="266"/>
            <ac:spMk id="2" creationId="{F0C9A859-48D4-2213-587F-404F0BBAD40E}"/>
          </ac:spMkLst>
        </pc:spChg>
        <pc:spChg chg="mod">
          <ac:chgData name="koushik reddy" userId="5b44707a956db5ee" providerId="LiveId" clId="{7A28FE1B-C1BA-4B8F-BB66-BE7F16AAE55F}" dt="2026-01-16T14:48:11.324" v="27" actId="20577"/>
          <ac:spMkLst>
            <pc:docMk/>
            <pc:sldMk cId="2624846887" sldId="266"/>
            <ac:spMk id="5" creationId="{ABFDFD8C-762E-E10D-46C7-39936347106B}"/>
          </ac:spMkLst>
        </pc:spChg>
      </pc:sldChg>
      <pc:sldChg chg="addSp modSp mod">
        <pc:chgData name="koushik reddy" userId="5b44707a956db5ee" providerId="LiveId" clId="{7A28FE1B-C1BA-4B8F-BB66-BE7F16AAE55F}" dt="2026-01-25T09:59:52.126" v="212"/>
        <pc:sldMkLst>
          <pc:docMk/>
          <pc:sldMk cId="3588368899" sldId="267"/>
        </pc:sldMkLst>
        <pc:spChg chg="mod">
          <ac:chgData name="koushik reddy" userId="5b44707a956db5ee" providerId="LiveId" clId="{7A28FE1B-C1BA-4B8F-BB66-BE7F16AAE55F}" dt="2026-01-16T14:43:05.487" v="9" actId="113"/>
          <ac:spMkLst>
            <pc:docMk/>
            <pc:sldMk cId="3588368899" sldId="267"/>
            <ac:spMk id="2" creationId="{2AB12711-DBB1-F881-7E45-799CDFA3CB79}"/>
          </ac:spMkLst>
        </pc:spChg>
        <pc:spChg chg="add mod">
          <ac:chgData name="koushik reddy" userId="5b44707a956db5ee" providerId="LiveId" clId="{7A28FE1B-C1BA-4B8F-BB66-BE7F16AAE55F}" dt="2026-01-25T09:58:25.271" v="195" actId="1076"/>
          <ac:spMkLst>
            <pc:docMk/>
            <pc:sldMk cId="3588368899" sldId="267"/>
            <ac:spMk id="4" creationId="{A961940F-08DF-67C3-26E5-9D5C359A3580}"/>
          </ac:spMkLst>
        </pc:spChg>
        <pc:picChg chg="mod">
          <ac:chgData name="koushik reddy" userId="5b44707a956db5ee" providerId="LiveId" clId="{7A28FE1B-C1BA-4B8F-BB66-BE7F16AAE55F}" dt="2026-01-25T09:59:52.126" v="212"/>
          <ac:picMkLst>
            <pc:docMk/>
            <pc:sldMk cId="3588368899" sldId="267"/>
            <ac:picMk id="5" creationId="{566E03D7-49C3-8225-C9B7-E3DF39C1E316}"/>
          </ac:picMkLst>
        </pc:picChg>
      </pc:sldChg>
      <pc:sldChg chg="modSp mod">
        <pc:chgData name="koushik reddy" userId="5b44707a956db5ee" providerId="LiveId" clId="{7A28FE1B-C1BA-4B8F-BB66-BE7F16AAE55F}" dt="2026-01-16T14:43:12.437" v="10" actId="113"/>
        <pc:sldMkLst>
          <pc:docMk/>
          <pc:sldMk cId="3583891875" sldId="270"/>
        </pc:sldMkLst>
        <pc:spChg chg="mod">
          <ac:chgData name="koushik reddy" userId="5b44707a956db5ee" providerId="LiveId" clId="{7A28FE1B-C1BA-4B8F-BB66-BE7F16AAE55F}" dt="2026-01-16T14:43:12.437" v="10" actId="113"/>
          <ac:spMkLst>
            <pc:docMk/>
            <pc:sldMk cId="3583891875" sldId="270"/>
            <ac:spMk id="6" creationId="{8BD78AD4-3BB5-D32B-C28B-56B1FE2B570D}"/>
          </ac:spMkLst>
        </pc:spChg>
      </pc:sldChg>
      <pc:sldChg chg="modSp mod">
        <pc:chgData name="koushik reddy" userId="5b44707a956db5ee" providerId="LiveId" clId="{7A28FE1B-C1BA-4B8F-BB66-BE7F16AAE55F}" dt="2026-01-25T09:58:25.849" v="196" actId="1076"/>
        <pc:sldMkLst>
          <pc:docMk/>
          <pc:sldMk cId="3469794474" sldId="271"/>
        </pc:sldMkLst>
        <pc:spChg chg="mod">
          <ac:chgData name="koushik reddy" userId="5b44707a956db5ee" providerId="LiveId" clId="{7A28FE1B-C1BA-4B8F-BB66-BE7F16AAE55F}" dt="2026-01-16T14:43:18.620" v="11" actId="113"/>
          <ac:spMkLst>
            <pc:docMk/>
            <pc:sldMk cId="3469794474" sldId="271"/>
            <ac:spMk id="2" creationId="{9CC210F6-7294-5834-4C49-27E8E842E61A}"/>
          </ac:spMkLst>
        </pc:spChg>
        <pc:picChg chg="mod">
          <ac:chgData name="koushik reddy" userId="5b44707a956db5ee" providerId="LiveId" clId="{7A28FE1B-C1BA-4B8F-BB66-BE7F16AAE55F}" dt="2026-01-25T09:58:25.849" v="196" actId="1076"/>
          <ac:picMkLst>
            <pc:docMk/>
            <pc:sldMk cId="3469794474" sldId="271"/>
            <ac:picMk id="6" creationId="{2489D179-D529-C748-E0FF-968DEFC9C8F4}"/>
          </ac:picMkLst>
        </pc:picChg>
      </pc:sldChg>
      <pc:sldChg chg="modSp mod">
        <pc:chgData name="koushik reddy" userId="5b44707a956db5ee" providerId="LiveId" clId="{7A28FE1B-C1BA-4B8F-BB66-BE7F16AAE55F}" dt="2026-01-25T09:58:26.205" v="197" actId="1076"/>
        <pc:sldMkLst>
          <pc:docMk/>
          <pc:sldMk cId="1692431868" sldId="272"/>
        </pc:sldMkLst>
        <pc:spChg chg="mod">
          <ac:chgData name="koushik reddy" userId="5b44707a956db5ee" providerId="LiveId" clId="{7A28FE1B-C1BA-4B8F-BB66-BE7F16AAE55F}" dt="2026-01-16T14:43:24.177" v="12" actId="113"/>
          <ac:spMkLst>
            <pc:docMk/>
            <pc:sldMk cId="1692431868" sldId="272"/>
            <ac:spMk id="2" creationId="{46C5E46C-F9EA-9497-E75F-80DA8E9EAA57}"/>
          </ac:spMkLst>
        </pc:spChg>
        <pc:picChg chg="mod">
          <ac:chgData name="koushik reddy" userId="5b44707a956db5ee" providerId="LiveId" clId="{7A28FE1B-C1BA-4B8F-BB66-BE7F16AAE55F}" dt="2026-01-25T09:58:26.205" v="197" actId="1076"/>
          <ac:picMkLst>
            <pc:docMk/>
            <pc:sldMk cId="1692431868" sldId="272"/>
            <ac:picMk id="6" creationId="{2BC21161-76EC-2D86-DB29-50E657FBF55E}"/>
          </ac:picMkLst>
        </pc:picChg>
      </pc:sldChg>
      <pc:sldChg chg="modSp mod">
        <pc:chgData name="koushik reddy" userId="5b44707a956db5ee" providerId="LiveId" clId="{7A28FE1B-C1BA-4B8F-BB66-BE7F16AAE55F}" dt="2026-01-16T14:43:36.593" v="13" actId="113"/>
        <pc:sldMkLst>
          <pc:docMk/>
          <pc:sldMk cId="3267610874" sldId="273"/>
        </pc:sldMkLst>
        <pc:spChg chg="mod">
          <ac:chgData name="koushik reddy" userId="5b44707a956db5ee" providerId="LiveId" clId="{7A28FE1B-C1BA-4B8F-BB66-BE7F16AAE55F}" dt="2026-01-16T14:43:36.593" v="13" actId="113"/>
          <ac:spMkLst>
            <pc:docMk/>
            <pc:sldMk cId="3267610874" sldId="273"/>
            <ac:spMk id="2" creationId="{F7F84135-640D-B3A9-C269-FE3812D4CA2C}"/>
          </ac:spMkLst>
        </pc:spChg>
      </pc:sldChg>
      <pc:sldChg chg="modSp mod">
        <pc:chgData name="koushik reddy" userId="5b44707a956db5ee" providerId="LiveId" clId="{7A28FE1B-C1BA-4B8F-BB66-BE7F16AAE55F}" dt="2026-01-16T14:43:43.712" v="15" actId="113"/>
        <pc:sldMkLst>
          <pc:docMk/>
          <pc:sldMk cId="1999734630" sldId="274"/>
        </pc:sldMkLst>
        <pc:spChg chg="mod">
          <ac:chgData name="koushik reddy" userId="5b44707a956db5ee" providerId="LiveId" clId="{7A28FE1B-C1BA-4B8F-BB66-BE7F16AAE55F}" dt="2026-01-16T14:43:43.712" v="15" actId="113"/>
          <ac:spMkLst>
            <pc:docMk/>
            <pc:sldMk cId="1999734630" sldId="274"/>
            <ac:spMk id="2" creationId="{0EEBA209-151B-920D-6AFA-B7238FD76DD6}"/>
          </ac:spMkLst>
        </pc:spChg>
      </pc:sldChg>
      <pc:sldChg chg="modSp mod">
        <pc:chgData name="koushik reddy" userId="5b44707a956db5ee" providerId="LiveId" clId="{7A28FE1B-C1BA-4B8F-BB66-BE7F16AAE55F}" dt="2026-02-06T13:34:55.666" v="216" actId="1076"/>
        <pc:sldMkLst>
          <pc:docMk/>
          <pc:sldMk cId="1789231562" sldId="275"/>
        </pc:sldMkLst>
        <pc:picChg chg="mod">
          <ac:chgData name="koushik reddy" userId="5b44707a956db5ee" providerId="LiveId" clId="{7A28FE1B-C1BA-4B8F-BB66-BE7F16AAE55F}" dt="2026-02-06T13:34:55.666" v="216" actId="1076"/>
          <ac:picMkLst>
            <pc:docMk/>
            <pc:sldMk cId="1789231562" sldId="275"/>
            <ac:picMk id="5" creationId="{A3B4EC05-8015-A4E8-C762-F4BFD3EA0D6D}"/>
          </ac:picMkLst>
        </pc:picChg>
      </pc:sldChg>
      <pc:sldChg chg="modSp mod">
        <pc:chgData name="koushik reddy" userId="5b44707a956db5ee" providerId="LiveId" clId="{7A28FE1B-C1BA-4B8F-BB66-BE7F16AAE55F}" dt="2026-01-16T14:43:49.164" v="16" actId="113"/>
        <pc:sldMkLst>
          <pc:docMk/>
          <pc:sldMk cId="4231311783" sldId="276"/>
        </pc:sldMkLst>
        <pc:spChg chg="mod">
          <ac:chgData name="koushik reddy" userId="5b44707a956db5ee" providerId="LiveId" clId="{7A28FE1B-C1BA-4B8F-BB66-BE7F16AAE55F}" dt="2026-01-16T14:43:49.164" v="16" actId="113"/>
          <ac:spMkLst>
            <pc:docMk/>
            <pc:sldMk cId="4231311783" sldId="276"/>
            <ac:spMk id="2" creationId="{4DB8EE2D-694C-97FE-E484-EACFFBAA7815}"/>
          </ac:spMkLst>
        </pc:spChg>
      </pc:sldChg>
      <pc:sldChg chg="modSp mod">
        <pc:chgData name="koushik reddy" userId="5b44707a956db5ee" providerId="LiveId" clId="{7A28FE1B-C1BA-4B8F-BB66-BE7F16AAE55F}" dt="2026-01-16T14:43:55.042" v="17" actId="113"/>
        <pc:sldMkLst>
          <pc:docMk/>
          <pc:sldMk cId="641825628" sldId="277"/>
        </pc:sldMkLst>
        <pc:spChg chg="mod">
          <ac:chgData name="koushik reddy" userId="5b44707a956db5ee" providerId="LiveId" clId="{7A28FE1B-C1BA-4B8F-BB66-BE7F16AAE55F}" dt="2026-01-16T14:43:55.042" v="17" actId="113"/>
          <ac:spMkLst>
            <pc:docMk/>
            <pc:sldMk cId="641825628" sldId="277"/>
            <ac:spMk id="2" creationId="{E0303E62-E9FD-BC8F-91C0-A0B44195CA38}"/>
          </ac:spMkLst>
        </pc:spChg>
      </pc:sldChg>
      <pc:sldChg chg="modSp">
        <pc:chgData name="koushik reddy" userId="5b44707a956db5ee" providerId="LiveId" clId="{7A28FE1B-C1BA-4B8F-BB66-BE7F16AAE55F}" dt="2026-01-25T09:54:23.529" v="33"/>
        <pc:sldMkLst>
          <pc:docMk/>
          <pc:sldMk cId="58333006" sldId="278"/>
        </pc:sldMkLst>
        <pc:spChg chg="mod">
          <ac:chgData name="koushik reddy" userId="5b44707a956db5ee" providerId="LiveId" clId="{7A28FE1B-C1BA-4B8F-BB66-BE7F16AAE55F}" dt="2026-01-25T09:54:23.529" v="33"/>
          <ac:spMkLst>
            <pc:docMk/>
            <pc:sldMk cId="58333006" sldId="278"/>
            <ac:spMk id="3" creationId="{7F4E7917-6160-B437-2906-B79AE2AD40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06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6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56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638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34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9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1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15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8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15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69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657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99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4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70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60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0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03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82CE-F9AE-4454-60E9-C4669CADF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626" y="1740310"/>
            <a:ext cx="8947355" cy="3949291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Embedded System Internship</a:t>
            </a:r>
            <a:br>
              <a:rPr lang="en-US" dirty="0"/>
            </a:br>
            <a:r>
              <a:rPr lang="en-US" dirty="0"/>
              <a:t>On</a:t>
            </a:r>
            <a:br>
              <a:rPr lang="en-US" dirty="0"/>
            </a:br>
            <a:r>
              <a:rPr lang="en-US" dirty="0"/>
              <a:t>Microwave Oven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122BC-BB7A-38EA-2706-A227A98A1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2284" y="4419053"/>
            <a:ext cx="3538893" cy="218822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     Presented by : </a:t>
            </a:r>
            <a:r>
              <a:rPr lang="en-US" dirty="0"/>
              <a:t> CH. Koushik Reddy</a:t>
            </a:r>
          </a:p>
          <a:p>
            <a:pPr algn="just"/>
            <a:r>
              <a:rPr lang="en-US" b="1" dirty="0"/>
              <a:t>     Department : </a:t>
            </a:r>
            <a:r>
              <a:rPr lang="en-US" dirty="0"/>
              <a:t>ECE</a:t>
            </a:r>
          </a:p>
          <a:p>
            <a:pPr algn="just"/>
            <a:r>
              <a:rPr lang="en-US" dirty="0"/>
              <a:t>     </a:t>
            </a:r>
            <a:r>
              <a:rPr lang="nl-NL" b="1" dirty="0"/>
              <a:t>College:</a:t>
            </a:r>
            <a:r>
              <a:rPr lang="nl-NL" dirty="0"/>
              <a:t> Vaagdevi College of    </a:t>
            </a:r>
          </a:p>
          <a:p>
            <a:pPr algn="just"/>
            <a:r>
              <a:rPr lang="nl-NL" dirty="0"/>
              <a:t>       Engineering</a:t>
            </a:r>
            <a:endParaRPr lang="en-US" b="1" dirty="0"/>
          </a:p>
          <a:p>
            <a:pPr algn="just"/>
            <a:r>
              <a:rPr lang="en-US" b="1" dirty="0"/>
              <a:t>      Internship Organization : </a:t>
            </a:r>
            <a:r>
              <a:rPr lang="en-US" dirty="0" err="1"/>
              <a:t>Emertxe</a:t>
            </a:r>
            <a:r>
              <a:rPr lang="en-US" dirty="0"/>
              <a:t>           </a:t>
            </a:r>
          </a:p>
          <a:p>
            <a:pPr algn="just"/>
            <a:r>
              <a:rPr lang="en-US" dirty="0"/>
              <a:t>       Information </a:t>
            </a:r>
            <a:r>
              <a:rPr lang="en-US" dirty="0" err="1"/>
              <a:t>Tehconlogies</a:t>
            </a:r>
            <a:r>
              <a:rPr lang="en-US" dirty="0"/>
              <a:t>  </a:t>
            </a:r>
            <a:r>
              <a:rPr lang="en-US" dirty="0" err="1"/>
              <a:t>Pvt.Ltd</a:t>
            </a:r>
            <a:endParaRPr lang="en-US" dirty="0"/>
          </a:p>
          <a:p>
            <a:pPr algn="just"/>
            <a:r>
              <a:rPr lang="en-US" b="1" dirty="0"/>
              <a:t>        </a:t>
            </a:r>
            <a:endParaRPr lang="en-US" dirty="0"/>
          </a:p>
        </p:txBody>
      </p:sp>
      <p:pic>
        <p:nvPicPr>
          <p:cNvPr id="4" name="Picture 4" descr="Emertxe Information Technologies | LinkedIn">
            <a:extLst>
              <a:ext uri="{FF2B5EF4-FFF2-40B4-BE49-F238E27FC236}">
                <a16:creationId xmlns:a16="http://schemas.microsoft.com/office/drawing/2014/main" id="{DF125193-B3E0-9F41-0C81-A43D57A20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901" y="94700"/>
            <a:ext cx="1514551" cy="151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78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F08E-4385-D1A9-CF07-48C520B26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73" y="1147916"/>
            <a:ext cx="5870218" cy="1752599"/>
          </a:xfrm>
        </p:spPr>
        <p:txBody>
          <a:bodyPr/>
          <a:lstStyle/>
          <a:p>
            <a:r>
              <a:rPr lang="en-US" b="1" dirty="0"/>
              <a:t>Internship Contents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B57AEB-AA6B-F1E6-41EE-23D458C0CC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1793" y="2572256"/>
            <a:ext cx="572273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 Programming Concepts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Embedded Systems 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Memory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Microcontroller Basics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Peripheral Interfacing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Embedded Project Design &amp;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Microwave Oven Project </a:t>
            </a:r>
          </a:p>
        </p:txBody>
      </p:sp>
    </p:spTree>
    <p:extLst>
      <p:ext uri="{BB962C8B-B14F-4D97-AF65-F5344CB8AC3E}">
        <p14:creationId xmlns:p14="http://schemas.microsoft.com/office/powerpoint/2010/main" val="280263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D424-68F7-7B88-0FD0-B7BD2ACF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898422"/>
            <a:ext cx="3937921" cy="704236"/>
          </a:xfrm>
        </p:spPr>
        <p:txBody>
          <a:bodyPr/>
          <a:lstStyle/>
          <a:p>
            <a:r>
              <a:rPr lang="en-US" b="1" dirty="0"/>
              <a:t>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9D4E3-C100-93E2-5527-A4458E6DB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4" y="825910"/>
            <a:ext cx="10018713" cy="4021394"/>
          </a:xfrm>
        </p:spPr>
        <p:txBody>
          <a:bodyPr/>
          <a:lstStyle/>
          <a:p>
            <a:r>
              <a:rPr lang="en-US" dirty="0"/>
              <a:t>C is a high-level, structured programming language widely used in embedded systems due to its efficiency and hardware-level control.</a:t>
            </a:r>
          </a:p>
          <a:p>
            <a:pPr marL="0" indent="0">
              <a:buNone/>
            </a:pPr>
            <a:r>
              <a:rPr lang="en-US" b="1" dirty="0"/>
              <a:t>Role of C in this Project: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D14329-8E14-6919-AFB0-3384C5226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0" y="3304090"/>
            <a:ext cx="523630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Used to program the microcontroller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Controls keypad, display, timer, fan, and buzzer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Ensures fast and reliable real-time operation</a:t>
            </a:r>
          </a:p>
        </p:txBody>
      </p:sp>
    </p:spTree>
    <p:extLst>
      <p:ext uri="{BB962C8B-B14F-4D97-AF65-F5344CB8AC3E}">
        <p14:creationId xmlns:p14="http://schemas.microsoft.com/office/powerpoint/2010/main" val="22266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DD54-DCEA-3DDA-D2BD-55EAFEDA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7561366" cy="1752599"/>
          </a:xfrm>
        </p:spPr>
        <p:txBody>
          <a:bodyPr>
            <a:normAutofit/>
          </a:bodyPr>
          <a:lstStyle/>
          <a:p>
            <a:r>
              <a:rPr lang="en-US" b="1" dirty="0"/>
              <a:t>Topics Covered in C Programming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BA3A4-1774-50EE-064C-B803EDC26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95948"/>
            <a:ext cx="10018713" cy="379525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Structure of C Program</a:t>
            </a:r>
          </a:p>
          <a:p>
            <a:r>
              <a:rPr lang="en-US" dirty="0"/>
              <a:t>Datatypes and Variables</a:t>
            </a:r>
          </a:p>
          <a:p>
            <a:r>
              <a:rPr lang="en-US" dirty="0"/>
              <a:t>Operators (Arithmetic, Logical, Bitwise, Relational)</a:t>
            </a:r>
          </a:p>
          <a:p>
            <a:r>
              <a:rPr lang="en-US" dirty="0"/>
              <a:t>Conditional Statements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Arrays and Strings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Pointers</a:t>
            </a:r>
          </a:p>
          <a:p>
            <a:r>
              <a:rPr lang="en-US" dirty="0"/>
              <a:t>Storage Classes</a:t>
            </a:r>
          </a:p>
          <a:p>
            <a:r>
              <a:rPr lang="en-US" dirty="0"/>
              <a:t>Macros and Preprocessor Directives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7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3374-097D-4DDF-45A2-23C211FB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4886992" cy="1752599"/>
          </a:xfrm>
        </p:spPr>
        <p:txBody>
          <a:bodyPr/>
          <a:lstStyle/>
          <a:p>
            <a:r>
              <a:rPr lang="en-US" b="1" dirty="0"/>
              <a:t>Embedded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6883-1F98-EC83-4A19-8A5763D53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54045"/>
            <a:ext cx="10018713" cy="31242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An embedded system is a special-purpose computer system designed to perform a specific function within a larger system.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Dedicated functionality</a:t>
            </a:r>
          </a:p>
          <a:p>
            <a:r>
              <a:rPr lang="en-US" dirty="0"/>
              <a:t>Real-time operation</a:t>
            </a:r>
          </a:p>
          <a:p>
            <a:r>
              <a:rPr lang="en-US" dirty="0"/>
              <a:t>Hardware and software integration</a:t>
            </a:r>
          </a:p>
          <a:p>
            <a:r>
              <a:rPr lang="en-US" dirty="0"/>
              <a:t>Used in appliances like microwave ovens, washing machines, and TVs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391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E025-2242-6AFF-A3E4-C83FA600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7217236" cy="1752599"/>
          </a:xfrm>
        </p:spPr>
        <p:txBody>
          <a:bodyPr/>
          <a:lstStyle/>
          <a:p>
            <a:r>
              <a:rPr lang="en-US" b="1" dirty="0"/>
              <a:t>Examples of Embedded Systems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EF275F-670F-7DC1-BC96-1F258B03C6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6323" y="2190034"/>
            <a:ext cx="378180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Microwave Oven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Washing Machine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Air Conditioner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Digital Camera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Elevator Control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Traffic Light Controller</a:t>
            </a:r>
          </a:p>
        </p:txBody>
      </p:sp>
      <p:sp>
        <p:nvSpPr>
          <p:cNvPr id="5" name="AutoShape 3" descr="Embedded Systems | Embedded Computer Systems | Bespoke Robotics">
            <a:extLst>
              <a:ext uri="{FF2B5EF4-FFF2-40B4-BE49-F238E27FC236}">
                <a16:creationId xmlns:a16="http://schemas.microsoft.com/office/drawing/2014/main" id="{CB79D4AE-3E83-49B8-5E4B-77D2D22A92EB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5943600" y="3581400"/>
            <a:ext cx="3033252" cy="303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5" descr="Embedded Systems programming">
            <a:extLst>
              <a:ext uri="{FF2B5EF4-FFF2-40B4-BE49-F238E27FC236}">
                <a16:creationId xmlns:a16="http://schemas.microsoft.com/office/drawing/2014/main" id="{7AFF74C0-1DE2-18E7-9075-A0CA51845A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9" name="Picture 7" descr="Applications of Embedded Systems">
            <a:extLst>
              <a:ext uri="{FF2B5EF4-FFF2-40B4-BE49-F238E27FC236}">
                <a16:creationId xmlns:a16="http://schemas.microsoft.com/office/drawing/2014/main" id="{282C0DD2-649E-3FC4-9F13-42D8401B8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877" y="2256402"/>
            <a:ext cx="4823018" cy="328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91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D4EA-377B-A064-5A57-547C0318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7964489" cy="1752599"/>
          </a:xfrm>
        </p:spPr>
        <p:txBody>
          <a:bodyPr/>
          <a:lstStyle/>
          <a:p>
            <a:r>
              <a:rPr lang="en-US" b="1" dirty="0"/>
              <a:t>Embedded System Used in Project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BEEAD1-0101-48A0-7A6A-833EE1F35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2161400"/>
            <a:ext cx="66816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Microcontroller as the core 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Matrix keypad for user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CLCD for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Timer for cooking duration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Fan for indication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Complete menu-driven embedded application</a:t>
            </a:r>
          </a:p>
        </p:txBody>
      </p:sp>
    </p:spTree>
    <p:extLst>
      <p:ext uri="{BB962C8B-B14F-4D97-AF65-F5344CB8AC3E}">
        <p14:creationId xmlns:p14="http://schemas.microsoft.com/office/powerpoint/2010/main" val="5418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1601-29D5-8DFC-ACD8-7FD31220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4365883" cy="1752599"/>
          </a:xfrm>
        </p:spPr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E666D-F04A-B1E2-9417-1ADE95055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54044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design and implement a menu-driven microwave oven application using embedded systems concepts.</a:t>
            </a:r>
          </a:p>
          <a:p>
            <a:pPr marL="0" indent="0">
              <a:buNone/>
            </a:pPr>
            <a:r>
              <a:rPr lang="en-US" b="1" dirty="0"/>
              <a:t>Application Type:</a:t>
            </a:r>
            <a:endParaRPr lang="en-US" dirty="0"/>
          </a:p>
          <a:p>
            <a:r>
              <a:rPr lang="en-US" dirty="0"/>
              <a:t>Real-time embedded system</a:t>
            </a:r>
          </a:p>
          <a:p>
            <a:r>
              <a:rPr lang="en-US" dirty="0"/>
              <a:t>User-interactive application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3917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E1D2-D219-D400-B6A2-09188D2EB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4542863" cy="1752599"/>
          </a:xfrm>
        </p:spPr>
        <p:txBody>
          <a:bodyPr/>
          <a:lstStyle/>
          <a:p>
            <a:r>
              <a:rPr lang="en-US" b="1" dirty="0"/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21E320-2344-2383-3207-45B87FB67C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6659" y="2158392"/>
            <a:ext cx="68980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the working of a microwave oven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Provide multiple cooking modes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Accept user input through keypad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Display real-time status on CLCD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Implement pause, resume, and stop operations</a:t>
            </a:r>
          </a:p>
        </p:txBody>
      </p:sp>
    </p:spTree>
    <p:extLst>
      <p:ext uri="{BB962C8B-B14F-4D97-AF65-F5344CB8AC3E}">
        <p14:creationId xmlns:p14="http://schemas.microsoft.com/office/powerpoint/2010/main" val="425518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6635C-6E01-63C1-94BF-09D7F82C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7463044" cy="1752599"/>
          </a:xfrm>
        </p:spPr>
        <p:txBody>
          <a:bodyPr/>
          <a:lstStyle/>
          <a:p>
            <a:r>
              <a:rPr lang="en-US" b="1" dirty="0"/>
              <a:t>Need for Microwave Oven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444E4C-B76E-72AA-81C6-D7E8D93F09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2" y="2050235"/>
            <a:ext cx="753283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Automates cooking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Provides accurate time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Enhances user convenience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Demonstrates real-time embedded system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Common real-world household application</a:t>
            </a:r>
          </a:p>
        </p:txBody>
      </p:sp>
    </p:spTree>
    <p:extLst>
      <p:ext uri="{BB962C8B-B14F-4D97-AF65-F5344CB8AC3E}">
        <p14:creationId xmlns:p14="http://schemas.microsoft.com/office/powerpoint/2010/main" val="2404658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A859-48D4-2213-587F-404F0BB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6568308" cy="1752599"/>
          </a:xfrm>
        </p:spPr>
        <p:txBody>
          <a:bodyPr/>
          <a:lstStyle/>
          <a:p>
            <a:r>
              <a:rPr lang="en-US" b="1" dirty="0"/>
              <a:t>Hardware Components Used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FDFD8C-762E-E10D-46C7-3993634710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6826" y="2620506"/>
            <a:ext cx="52918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Microcontroller Development 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Matrix Keypad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Character LCD (CLCD)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en-US" dirty="0">
                <a:latin typeface="Arial" panose="020B0604020202020204" pitchFamily="34" charset="0"/>
              </a:rPr>
              <a:t>Fan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Power Supply</a:t>
            </a:r>
          </a:p>
        </p:txBody>
      </p:sp>
    </p:spTree>
    <p:extLst>
      <p:ext uri="{BB962C8B-B14F-4D97-AF65-F5344CB8AC3E}">
        <p14:creationId xmlns:p14="http://schemas.microsoft.com/office/powerpoint/2010/main" val="2624846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711-DBB1-F881-7E45-799CDFA3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4287224" cy="1752599"/>
          </a:xfrm>
        </p:spPr>
        <p:txBody>
          <a:bodyPr/>
          <a:lstStyle/>
          <a:p>
            <a:r>
              <a:rPr lang="en-US" b="1" dirty="0"/>
              <a:t>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6E03D7-49C3-8225-C9B7-E3DF39C1E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2610" y="2792605"/>
            <a:ext cx="5502117" cy="2872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61940F-08DF-67C3-26E5-9D5C359A3580}"/>
              </a:ext>
            </a:extLst>
          </p:cNvPr>
          <p:cNvSpPr txBox="1"/>
          <p:nvPr/>
        </p:nvSpPr>
        <p:spPr>
          <a:xfrm>
            <a:off x="1580565" y="1922730"/>
            <a:ext cx="1016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block diagram shows the interaction between microcontroller, keypad, display, and output devices.”</a:t>
            </a:r>
          </a:p>
        </p:txBody>
      </p:sp>
    </p:spTree>
    <p:extLst>
      <p:ext uri="{BB962C8B-B14F-4D97-AF65-F5344CB8AC3E}">
        <p14:creationId xmlns:p14="http://schemas.microsoft.com/office/powerpoint/2010/main" val="358836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744D-583F-7044-1BCC-2BF376525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8003818" cy="1752599"/>
          </a:xfrm>
        </p:spPr>
        <p:txBody>
          <a:bodyPr/>
          <a:lstStyle/>
          <a:p>
            <a:r>
              <a:rPr lang="en-US" dirty="0"/>
              <a:t>PIC16F877A Microcontroller Development Board (</a:t>
            </a:r>
            <a:r>
              <a:rPr lang="en-US" dirty="0" err="1"/>
              <a:t>PICSimLab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B4EC05-8015-A4E8-C762-F4BFD3EA0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1578" y="2438399"/>
            <a:ext cx="4132228" cy="3124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462334-01F4-198D-F89C-886387A064F3}"/>
              </a:ext>
            </a:extLst>
          </p:cNvPr>
          <p:cNvSpPr txBox="1"/>
          <p:nvPr/>
        </p:nvSpPr>
        <p:spPr>
          <a:xfrm>
            <a:off x="1278194" y="2711442"/>
            <a:ext cx="48178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Based on PIC16F877A 8-bit microcontroller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Operates at 5V with 20 MHz crystal oscillator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Provides 40 I/O pins for peripheral interfacing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Supports Timers, Interrupts, ADC, EEPROM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Includes CLCD, Matrix Keypad, LEDs, Buzzer on   </a:t>
            </a:r>
          </a:p>
          <a:p>
            <a:r>
              <a:rPr lang="en-US" dirty="0"/>
              <a:t>   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Supports Relay, Fan, Heater control for real-</a:t>
            </a:r>
          </a:p>
          <a:p>
            <a:r>
              <a:rPr lang="en-US" dirty="0"/>
              <a:t>    time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Used for embedded system learning and   </a:t>
            </a:r>
          </a:p>
          <a:p>
            <a:r>
              <a:rPr lang="en-US" dirty="0"/>
              <a:t>   simulation in </a:t>
            </a:r>
            <a:r>
              <a:rPr lang="en-US" dirty="0" err="1"/>
              <a:t>PICSimLab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Programmed using MPLAB X IDE and XC8 </a:t>
            </a:r>
          </a:p>
          <a:p>
            <a:r>
              <a:rPr lang="en-US" dirty="0"/>
              <a:t>    compiler</a:t>
            </a:r>
          </a:p>
        </p:txBody>
      </p:sp>
    </p:spTree>
    <p:extLst>
      <p:ext uri="{BB962C8B-B14F-4D97-AF65-F5344CB8AC3E}">
        <p14:creationId xmlns:p14="http://schemas.microsoft.com/office/powerpoint/2010/main" val="1789231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77B055-584C-280A-3E28-29D09ECA5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77" y="1042219"/>
            <a:ext cx="8131245" cy="448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92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836951-9C1F-D774-F13E-EE7D9E40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15" y="830355"/>
            <a:ext cx="8176969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16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D78AD4-3BB5-D32B-C28B-56B1FE2B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593" y="390832"/>
            <a:ext cx="4729676" cy="1752599"/>
          </a:xfrm>
        </p:spPr>
        <p:txBody>
          <a:bodyPr/>
          <a:lstStyle/>
          <a:p>
            <a:r>
              <a:rPr lang="en-US" b="1" dirty="0"/>
              <a:t>Macro Mode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1AE9594-870C-E4AB-5056-2FCA61D65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520941"/>
            <a:ext cx="382995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sets cooking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level displayed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Timer countdown shown on CLCD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Supports: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B0F0FB-98C9-FDF8-AD2E-93F723DFC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88" y="861663"/>
            <a:ext cx="4915326" cy="592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91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10F6-7294-5834-4C49-27E8E842E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4464205" cy="1752599"/>
          </a:xfrm>
        </p:spPr>
        <p:txBody>
          <a:bodyPr/>
          <a:lstStyle/>
          <a:p>
            <a:r>
              <a:rPr lang="en-US" b="1" dirty="0"/>
              <a:t>Grill Mode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73F870-8B47-C574-14FD-169B1AAC68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7665" y="2254566"/>
            <a:ext cx="463780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Time-based cooking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 enters cooking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Remaining time displayed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Same controls as Macro mode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9D179-D529-C748-E0FF-968DEFC9C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86" y="1562099"/>
            <a:ext cx="5220152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94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E46C-F9EA-9497-E75F-80DA8E9E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211457" cy="1752599"/>
          </a:xfrm>
        </p:spPr>
        <p:txBody>
          <a:bodyPr/>
          <a:lstStyle/>
          <a:p>
            <a:r>
              <a:rPr lang="en-US" b="1" dirty="0"/>
              <a:t>Convection Mode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5C8550-EAE3-7B75-F937-9A7C3B78E9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2465" y="2340614"/>
            <a:ext cx="548676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 sets temperature first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Pre-heating phase starts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After pre-heating, cooking time is 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Full cooking control using keypad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21161-76EC-2D86-DB29-50E657FBF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380" y="556491"/>
            <a:ext cx="4099915" cy="60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31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4135-640D-B3A9-C269-FE3812D4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4139741" cy="1752599"/>
          </a:xfrm>
        </p:spPr>
        <p:txBody>
          <a:bodyPr/>
          <a:lstStyle/>
          <a:p>
            <a:r>
              <a:rPr lang="en-US" b="1" dirty="0"/>
              <a:t>Start Mode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E5184C-4398-F50C-A6B3-24FEE18C72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2284062"/>
            <a:ext cx="516840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Quick cooking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Default time: 30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Each press adds 30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Supports pause, resume, and stop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C5E7C-DEB1-FD77-8714-A0800B180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50" y="1474839"/>
            <a:ext cx="4729315" cy="478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10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A209-151B-920D-6AFA-B7238FD7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4818166" cy="1752599"/>
          </a:xfrm>
        </p:spPr>
        <p:txBody>
          <a:bodyPr/>
          <a:lstStyle/>
          <a:p>
            <a:r>
              <a:rPr lang="en-US" b="1" dirty="0"/>
              <a:t>User Interface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1C2CBC-64F5-9F87-761B-8B5CD1D7EF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5654" y="2090172"/>
            <a:ext cx="55064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CLCD displays: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Power ON message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Cooking modes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Time and temperature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Status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Blinking fields guide user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C0D1C-68F1-335A-071E-99CB05A8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967" y="1562099"/>
            <a:ext cx="2042337" cy="1470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F71BE7-20C3-0688-2A62-82DC25198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26" y="1562099"/>
            <a:ext cx="1844200" cy="1310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D9B2E7-0239-B958-D824-8A58D7F78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8133" y="1562099"/>
            <a:ext cx="1943268" cy="1386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64507-7499-86DF-9AF6-9172E7A68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996" y="3072232"/>
            <a:ext cx="2187130" cy="1607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D0C2BD-D2AA-B085-F138-D534CE42C8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1126" y="3159869"/>
            <a:ext cx="2133785" cy="1432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4C196B-0082-6380-91EC-F05588B44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8321" y="3205593"/>
            <a:ext cx="1844200" cy="13869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97BD520-3882-CA12-8F29-31979D5C3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6207" y="4967207"/>
            <a:ext cx="1806097" cy="13107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1A5F74-D085-84BA-5D33-3A8C6D2B3D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1126" y="4786393"/>
            <a:ext cx="1996613" cy="16917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DE95F9F-D916-8CA8-022D-87360AA3F5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8133" y="4871555"/>
            <a:ext cx="1775614" cy="13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34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EE2D-694C-97FE-E484-EACFFBAA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516257" cy="1752599"/>
          </a:xfrm>
        </p:spPr>
        <p:txBody>
          <a:bodyPr/>
          <a:lstStyle/>
          <a:p>
            <a:r>
              <a:rPr lang="en-US" b="1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AE811-451A-1902-7A2B-FDDE6CD4F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987" y="2086896"/>
            <a:ext cx="10018713" cy="3124201"/>
          </a:xfrm>
        </p:spPr>
        <p:txBody>
          <a:bodyPr/>
          <a:lstStyle/>
          <a:p>
            <a:r>
              <a:rPr lang="en-US" dirty="0"/>
              <a:t>Strong foundation in Embedded C</a:t>
            </a:r>
          </a:p>
          <a:p>
            <a:r>
              <a:rPr lang="en-US" dirty="0"/>
              <a:t>Hands-on microcontroller experience</a:t>
            </a:r>
          </a:p>
          <a:p>
            <a:r>
              <a:rPr lang="en-US" dirty="0"/>
              <a:t>Understanding of real-time systems</a:t>
            </a:r>
          </a:p>
          <a:p>
            <a:r>
              <a:rPr lang="en-US" dirty="0"/>
              <a:t>Requirement-based development exposure</a:t>
            </a:r>
          </a:p>
          <a:p>
            <a:r>
              <a:rPr lang="en-US" dirty="0"/>
              <a:t>Improved debugging skills</a:t>
            </a:r>
          </a:p>
        </p:txBody>
      </p:sp>
    </p:spTree>
    <p:extLst>
      <p:ext uri="{BB962C8B-B14F-4D97-AF65-F5344CB8AC3E}">
        <p14:creationId xmlns:p14="http://schemas.microsoft.com/office/powerpoint/2010/main" val="4231311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3E62-E9FD-BC8F-91C0-A0B44195C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5093470" cy="1752599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B50185-FC30-8B30-49C3-8906FB3B45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2" y="2438399"/>
            <a:ext cx="597837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Successfully implemented Microwave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Oven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Integrated C programming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hardware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Demonstrated real-time system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Internship strengthened embedded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 knowledge</a:t>
            </a:r>
          </a:p>
        </p:txBody>
      </p:sp>
    </p:spTree>
    <p:extLst>
      <p:ext uri="{BB962C8B-B14F-4D97-AF65-F5344CB8AC3E}">
        <p14:creationId xmlns:p14="http://schemas.microsoft.com/office/powerpoint/2010/main" val="641825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E7917-6160-B437-2906-B79AE2AD40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3288" y="1866900"/>
            <a:ext cx="10018712" cy="3124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333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84</TotalTime>
  <Words>668</Words>
  <Application>Microsoft Office PowerPoint</Application>
  <PresentationFormat>Widescreen</PresentationFormat>
  <Paragraphs>143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Corbel</vt:lpstr>
      <vt:lpstr>Parallax</vt:lpstr>
      <vt:lpstr>    Embedded System Internship On Microwave Oven   </vt:lpstr>
      <vt:lpstr>Internship Contents</vt:lpstr>
      <vt:lpstr>C Programming</vt:lpstr>
      <vt:lpstr>Topics Covered in C Programming </vt:lpstr>
      <vt:lpstr>Embedded Systems</vt:lpstr>
      <vt:lpstr>Examples of Embedded Systems</vt:lpstr>
      <vt:lpstr>Embedded System Used in Project</vt:lpstr>
      <vt:lpstr>Project Overview</vt:lpstr>
      <vt:lpstr>Project Objective</vt:lpstr>
      <vt:lpstr>Need for Microwave Oven System</vt:lpstr>
      <vt:lpstr>Hardware Components Used</vt:lpstr>
      <vt:lpstr>Block Diagram</vt:lpstr>
      <vt:lpstr>PIC16F877A Microcontroller Development Board (PICSimLab)</vt:lpstr>
      <vt:lpstr>PowerPoint Presentation</vt:lpstr>
      <vt:lpstr>PowerPoint Presentation</vt:lpstr>
      <vt:lpstr>Macro Mode</vt:lpstr>
      <vt:lpstr>Grill Mode</vt:lpstr>
      <vt:lpstr>Convection Mode</vt:lpstr>
      <vt:lpstr>Start Mode</vt:lpstr>
      <vt:lpstr>User Interface </vt:lpstr>
      <vt:lpstr>Learning Outcomes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reddy</dc:creator>
  <cp:lastModifiedBy>koushik reddy</cp:lastModifiedBy>
  <cp:revision>1</cp:revision>
  <dcterms:created xsi:type="dcterms:W3CDTF">2026-01-16T13:26:24Z</dcterms:created>
  <dcterms:modified xsi:type="dcterms:W3CDTF">2026-02-06T13:35:06Z</dcterms:modified>
</cp:coreProperties>
</file>